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Limit hızı 50 m/s olan bir cismin hız–zaman grafiği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hava dirençli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  <c:pt idx="25">
                  <c:v>12.5</c:v>
                </c:pt>
                <c:pt idx="26">
                  <c:v>13</c:v>
                </c:pt>
                <c:pt idx="27">
                  <c:v>13.5</c:v>
                </c:pt>
                <c:pt idx="28">
                  <c:v>14</c:v>
                </c:pt>
                <c:pt idx="29">
                  <c:v>14.5</c:v>
                </c:pt>
                <c:pt idx="30">
                  <c:v>15</c:v>
                </c:pt>
                <c:pt idx="31">
                  <c:v>15.5</c:v>
                </c:pt>
                <c:pt idx="32">
                  <c:v>16</c:v>
                </c:pt>
                <c:pt idx="33">
                  <c:v>16.5</c:v>
                </c:pt>
                <c:pt idx="34">
                  <c:v>17</c:v>
                </c:pt>
                <c:pt idx="35">
                  <c:v>17.5</c:v>
                </c:pt>
                <c:pt idx="36">
                  <c:v>18</c:v>
                </c:pt>
                <c:pt idx="37">
                  <c:v>18.5</c:v>
                </c:pt>
                <c:pt idx="38">
                  <c:v>19</c:v>
                </c:pt>
                <c:pt idx="39">
                  <c:v>19.5</c:v>
                </c:pt>
                <c:pt idx="40">
                  <c:v>20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4.89</c:v>
                </c:pt>
                <c:pt idx="2">
                  <c:v>9.69</c:v>
                </c:pt>
                <c:pt idx="3">
                  <c:v>14.3</c:v>
                </c:pt>
                <c:pt idx="4">
                  <c:v>18.67</c:v>
                </c:pt>
                <c:pt idx="5">
                  <c:v>22.73</c:v>
                </c:pt>
                <c:pt idx="6">
                  <c:v>26.44</c:v>
                </c:pt>
                <c:pt idx="7">
                  <c:v>29.79</c:v>
                </c:pt>
                <c:pt idx="8">
                  <c:v>32.77</c:v>
                </c:pt>
                <c:pt idx="9">
                  <c:v>35.39</c:v>
                </c:pt>
                <c:pt idx="10">
                  <c:v>37.67</c:v>
                </c:pt>
                <c:pt idx="11">
                  <c:v>39.64</c:v>
                </c:pt>
                <c:pt idx="12">
                  <c:v>41.33</c:v>
                </c:pt>
                <c:pt idx="13">
                  <c:v>42.76</c:v>
                </c:pt>
                <c:pt idx="14">
                  <c:v>43.97</c:v>
                </c:pt>
                <c:pt idx="15">
                  <c:v>44.99</c:v>
                </c:pt>
                <c:pt idx="16">
                  <c:v>45.85</c:v>
                </c:pt>
                <c:pt idx="17">
                  <c:v>46.56</c:v>
                </c:pt>
                <c:pt idx="18">
                  <c:v>47.16</c:v>
                </c:pt>
                <c:pt idx="19">
                  <c:v>47.65</c:v>
                </c:pt>
                <c:pt idx="20">
                  <c:v>48.06</c:v>
                </c:pt>
                <c:pt idx="21">
                  <c:v>48.4</c:v>
                </c:pt>
                <c:pt idx="22">
                  <c:v>48.68</c:v>
                </c:pt>
                <c:pt idx="23">
                  <c:v>48.91</c:v>
                </c:pt>
                <c:pt idx="24">
                  <c:v>49.11</c:v>
                </c:pt>
                <c:pt idx="25">
                  <c:v>49.26</c:v>
                </c:pt>
                <c:pt idx="26">
                  <c:v>49.39</c:v>
                </c:pt>
                <c:pt idx="27">
                  <c:v>49.5</c:v>
                </c:pt>
                <c:pt idx="28">
                  <c:v>49.59</c:v>
                </c:pt>
                <c:pt idx="29">
                  <c:v>49.66</c:v>
                </c:pt>
                <c:pt idx="30">
                  <c:v>49.72</c:v>
                </c:pt>
                <c:pt idx="31">
                  <c:v>49.77</c:v>
                </c:pt>
                <c:pt idx="32">
                  <c:v>49.81</c:v>
                </c:pt>
                <c:pt idx="33">
                  <c:v>49.85</c:v>
                </c:pt>
                <c:pt idx="34">
                  <c:v>49.87</c:v>
                </c:pt>
                <c:pt idx="35">
                  <c:v>49.9</c:v>
                </c:pt>
                <c:pt idx="36">
                  <c:v>49.91</c:v>
                </c:pt>
                <c:pt idx="37">
                  <c:v>49.93</c:v>
                </c:pt>
                <c:pt idx="38">
                  <c:v>49.94</c:v>
                </c:pt>
                <c:pt idx="39">
                  <c:v>49.95</c:v>
                </c:pt>
                <c:pt idx="40">
                  <c:v>49.96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hava direncisiz (ideal)</c:v>
                </c:pt>
              </c:strCache>
            </c:strRef>
          </c:tx>
          <c:spPr>
            <a:solidFill>
              <a:srgbClr val="78829F"/>
            </a:solidFill>
            <a:ln w="31750" cap="flat">
              <a:solidFill>
                <a:srgbClr val="78829F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78829F"/>
              </a:solidFill>
              <a:ln w="9525" cap="flat">
                <a:solidFill>
                  <a:srgbClr val="78829F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  <c:pt idx="25">
                  <c:v>12.5</c:v>
                </c:pt>
                <c:pt idx="26">
                  <c:v>13</c:v>
                </c:pt>
                <c:pt idx="27">
                  <c:v>13.5</c:v>
                </c:pt>
                <c:pt idx="28">
                  <c:v>14</c:v>
                </c:pt>
                <c:pt idx="29">
                  <c:v>14.5</c:v>
                </c:pt>
                <c:pt idx="30">
                  <c:v>15</c:v>
                </c:pt>
                <c:pt idx="31">
                  <c:v>15.5</c:v>
                </c:pt>
                <c:pt idx="32">
                  <c:v>16</c:v>
                </c:pt>
                <c:pt idx="33">
                  <c:v>16.5</c:v>
                </c:pt>
                <c:pt idx="34">
                  <c:v>17</c:v>
                </c:pt>
                <c:pt idx="35">
                  <c:v>17.5</c:v>
                </c:pt>
                <c:pt idx="36">
                  <c:v>18</c:v>
                </c:pt>
                <c:pt idx="37">
                  <c:v>18.5</c:v>
                </c:pt>
                <c:pt idx="38">
                  <c:v>19</c:v>
                </c:pt>
                <c:pt idx="39">
                  <c:v>19.5</c:v>
                </c:pt>
                <c:pt idx="40">
                  <c:v>20</c:v>
                </c:pt>
              </c:numCache>
            </c:numRef>
          </c:xVal>
          <c:yVal>
            <c:numRef>
              <c:f>Sheet1!$C$2:$C$42</c:f>
              <c:numCache>
                <c:formatCode>General</c:formatCode>
                <c:ptCount val="41"/>
                <c:pt idx="0">
                  <c:v>0</c:v>
                </c:pt>
                <c:pt idx="1">
                  <c:v>4.91</c:v>
                </c:pt>
                <c:pt idx="2">
                  <c:v>9.81</c:v>
                </c:pt>
                <c:pt idx="3">
                  <c:v>14.71</c:v>
                </c:pt>
                <c:pt idx="4">
                  <c:v>19.62</c:v>
                </c:pt>
                <c:pt idx="5">
                  <c:v>24.53</c:v>
                </c:pt>
                <c:pt idx="6">
                  <c:v>29.43</c:v>
                </c:pt>
                <c:pt idx="7">
                  <c:v>34.34</c:v>
                </c:pt>
                <c:pt idx="8">
                  <c:v>39.24</c:v>
                </c:pt>
                <c:pt idx="9">
                  <c:v>44.15</c:v>
                </c:pt>
                <c:pt idx="10">
                  <c:v>49.05</c:v>
                </c:pt>
                <c:pt idx="11">
                  <c:v>53.96</c:v>
                </c:pt>
                <c:pt idx="12">
                  <c:v>58.86</c:v>
                </c:pt>
                <c:pt idx="13">
                  <c:v>63.77</c:v>
                </c:pt>
                <c:pt idx="14">
                  <c:v>68.67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70</c:v>
                </c:pt>
                <c:pt idx="31">
                  <c:v>70</c:v>
                </c:pt>
                <c:pt idx="32">
                  <c:v>70</c:v>
                </c:pt>
                <c:pt idx="33">
                  <c:v>70</c:v>
                </c:pt>
                <c:pt idx="34">
                  <c:v>70</c:v>
                </c:pt>
                <c:pt idx="35">
                  <c:v>70</c:v>
                </c:pt>
                <c:pt idx="36">
                  <c:v>70</c:v>
                </c:pt>
                <c:pt idx="37">
                  <c:v>70</c:v>
                </c:pt>
                <c:pt idx="38">
                  <c:v>70</c:v>
                </c:pt>
                <c:pt idx="39">
                  <c:v>70</c:v>
                </c:pt>
                <c:pt idx="40">
                  <c:v>70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 (m/s)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Alan sabit: kütle arttıkça limit hız artar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v(limit)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Sheet1!$A$2:$A$61</c:f>
              <c:numCache>
                <c:formatCode>General</c:formatCode>
                <c:ptCount val="60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12</c:v>
                </c:pt>
                <c:pt idx="6">
                  <c:v>14</c:v>
                </c:pt>
                <c:pt idx="7">
                  <c:v>16</c:v>
                </c:pt>
                <c:pt idx="8">
                  <c:v>18</c:v>
                </c:pt>
                <c:pt idx="9">
                  <c:v>20</c:v>
                </c:pt>
                <c:pt idx="10">
                  <c:v>22</c:v>
                </c:pt>
                <c:pt idx="11">
                  <c:v>24</c:v>
                </c:pt>
                <c:pt idx="12">
                  <c:v>26</c:v>
                </c:pt>
                <c:pt idx="13">
                  <c:v>28</c:v>
                </c:pt>
                <c:pt idx="14">
                  <c:v>30</c:v>
                </c:pt>
                <c:pt idx="15">
                  <c:v>32</c:v>
                </c:pt>
                <c:pt idx="16">
                  <c:v>34</c:v>
                </c:pt>
                <c:pt idx="17">
                  <c:v>36</c:v>
                </c:pt>
                <c:pt idx="18">
                  <c:v>38</c:v>
                </c:pt>
                <c:pt idx="19">
                  <c:v>40</c:v>
                </c:pt>
                <c:pt idx="20">
                  <c:v>42</c:v>
                </c:pt>
                <c:pt idx="21">
                  <c:v>44</c:v>
                </c:pt>
                <c:pt idx="22">
                  <c:v>46</c:v>
                </c:pt>
                <c:pt idx="23">
                  <c:v>48</c:v>
                </c:pt>
                <c:pt idx="24">
                  <c:v>50</c:v>
                </c:pt>
                <c:pt idx="25">
                  <c:v>52</c:v>
                </c:pt>
                <c:pt idx="26">
                  <c:v>54</c:v>
                </c:pt>
                <c:pt idx="27">
                  <c:v>56</c:v>
                </c:pt>
                <c:pt idx="28">
                  <c:v>58</c:v>
                </c:pt>
                <c:pt idx="29">
                  <c:v>60</c:v>
                </c:pt>
                <c:pt idx="30">
                  <c:v>62</c:v>
                </c:pt>
                <c:pt idx="31">
                  <c:v>64</c:v>
                </c:pt>
                <c:pt idx="32">
                  <c:v>66</c:v>
                </c:pt>
                <c:pt idx="33">
                  <c:v>68</c:v>
                </c:pt>
                <c:pt idx="34">
                  <c:v>70</c:v>
                </c:pt>
                <c:pt idx="35">
                  <c:v>72</c:v>
                </c:pt>
                <c:pt idx="36">
                  <c:v>74</c:v>
                </c:pt>
                <c:pt idx="37">
                  <c:v>76</c:v>
                </c:pt>
                <c:pt idx="38">
                  <c:v>78</c:v>
                </c:pt>
                <c:pt idx="39">
                  <c:v>80</c:v>
                </c:pt>
                <c:pt idx="40">
                  <c:v>82</c:v>
                </c:pt>
                <c:pt idx="41">
                  <c:v>84</c:v>
                </c:pt>
                <c:pt idx="42">
                  <c:v>86</c:v>
                </c:pt>
                <c:pt idx="43">
                  <c:v>88</c:v>
                </c:pt>
                <c:pt idx="44">
                  <c:v>90</c:v>
                </c:pt>
                <c:pt idx="45">
                  <c:v>92</c:v>
                </c:pt>
                <c:pt idx="46">
                  <c:v>94</c:v>
                </c:pt>
                <c:pt idx="47">
                  <c:v>96</c:v>
                </c:pt>
                <c:pt idx="48">
                  <c:v>98</c:v>
                </c:pt>
                <c:pt idx="49">
                  <c:v>100</c:v>
                </c:pt>
                <c:pt idx="50">
                  <c:v>102</c:v>
                </c:pt>
                <c:pt idx="51">
                  <c:v>104</c:v>
                </c:pt>
                <c:pt idx="52">
                  <c:v>106</c:v>
                </c:pt>
                <c:pt idx="53">
                  <c:v>108</c:v>
                </c:pt>
                <c:pt idx="54">
                  <c:v>110</c:v>
                </c:pt>
                <c:pt idx="55">
                  <c:v>112</c:v>
                </c:pt>
                <c:pt idx="56">
                  <c:v>114</c:v>
                </c:pt>
                <c:pt idx="57">
                  <c:v>116</c:v>
                </c:pt>
                <c:pt idx="58">
                  <c:v>118</c:v>
                </c:pt>
                <c:pt idx="59">
                  <c:v>120</c:v>
                </c:pt>
              </c:numCache>
            </c:numRef>
          </c:xVal>
          <c:yVal>
            <c:numRef>
              <c:f>Sheet1!$B$2:$B$61</c:f>
              <c:numCache>
                <c:formatCode>General</c:formatCode>
                <c:ptCount val="60"/>
                <c:pt idx="0">
                  <c:v>6.8</c:v>
                </c:pt>
                <c:pt idx="1">
                  <c:v>9.7</c:v>
                </c:pt>
                <c:pt idx="2">
                  <c:v>11.8</c:v>
                </c:pt>
                <c:pt idx="3">
                  <c:v>13.7</c:v>
                </c:pt>
                <c:pt idx="4">
                  <c:v>15.3</c:v>
                </c:pt>
                <c:pt idx="5">
                  <c:v>16.7</c:v>
                </c:pt>
                <c:pt idx="6">
                  <c:v>18.1</c:v>
                </c:pt>
                <c:pt idx="7">
                  <c:v>19.3</c:v>
                </c:pt>
                <c:pt idx="8">
                  <c:v>20.5</c:v>
                </c:pt>
                <c:pt idx="9">
                  <c:v>21.6</c:v>
                </c:pt>
                <c:pt idx="10">
                  <c:v>22.7</c:v>
                </c:pt>
                <c:pt idx="11">
                  <c:v>23.7</c:v>
                </c:pt>
                <c:pt idx="12">
                  <c:v>24.6</c:v>
                </c:pt>
                <c:pt idx="13">
                  <c:v>25.6</c:v>
                </c:pt>
                <c:pt idx="14">
                  <c:v>26.5</c:v>
                </c:pt>
                <c:pt idx="15">
                  <c:v>27.3</c:v>
                </c:pt>
                <c:pt idx="16">
                  <c:v>28.2</c:v>
                </c:pt>
                <c:pt idx="17">
                  <c:v>29</c:v>
                </c:pt>
                <c:pt idx="18">
                  <c:v>29.8</c:v>
                </c:pt>
                <c:pt idx="19">
                  <c:v>30.6</c:v>
                </c:pt>
                <c:pt idx="20">
                  <c:v>31.3</c:v>
                </c:pt>
                <c:pt idx="21">
                  <c:v>32.1</c:v>
                </c:pt>
                <c:pt idx="22">
                  <c:v>32.8</c:v>
                </c:pt>
                <c:pt idx="23">
                  <c:v>33.5</c:v>
                </c:pt>
                <c:pt idx="24">
                  <c:v>34.2</c:v>
                </c:pt>
                <c:pt idx="25">
                  <c:v>34.9</c:v>
                </c:pt>
                <c:pt idx="26">
                  <c:v>35.5</c:v>
                </c:pt>
                <c:pt idx="27">
                  <c:v>36.2</c:v>
                </c:pt>
                <c:pt idx="28">
                  <c:v>36.8</c:v>
                </c:pt>
                <c:pt idx="29">
                  <c:v>37.4</c:v>
                </c:pt>
                <c:pt idx="30">
                  <c:v>38.1</c:v>
                </c:pt>
                <c:pt idx="31">
                  <c:v>38.7</c:v>
                </c:pt>
                <c:pt idx="32">
                  <c:v>39.3</c:v>
                </c:pt>
                <c:pt idx="33">
                  <c:v>39.9</c:v>
                </c:pt>
                <c:pt idx="34">
                  <c:v>40.4</c:v>
                </c:pt>
                <c:pt idx="35">
                  <c:v>41</c:v>
                </c:pt>
                <c:pt idx="36">
                  <c:v>41.6</c:v>
                </c:pt>
                <c:pt idx="37">
                  <c:v>42.1</c:v>
                </c:pt>
                <c:pt idx="38">
                  <c:v>42.7</c:v>
                </c:pt>
                <c:pt idx="39">
                  <c:v>43.2</c:v>
                </c:pt>
                <c:pt idx="40">
                  <c:v>43.8</c:v>
                </c:pt>
                <c:pt idx="41">
                  <c:v>44.3</c:v>
                </c:pt>
                <c:pt idx="42">
                  <c:v>44.8</c:v>
                </c:pt>
                <c:pt idx="43">
                  <c:v>45.3</c:v>
                </c:pt>
                <c:pt idx="44">
                  <c:v>45.8</c:v>
                </c:pt>
                <c:pt idx="45">
                  <c:v>46.4</c:v>
                </c:pt>
                <c:pt idx="46">
                  <c:v>46.9</c:v>
                </c:pt>
                <c:pt idx="47">
                  <c:v>47.4</c:v>
                </c:pt>
                <c:pt idx="48">
                  <c:v>47.8</c:v>
                </c:pt>
                <c:pt idx="49">
                  <c:v>48.3</c:v>
                </c:pt>
                <c:pt idx="50">
                  <c:v>48.8</c:v>
                </c:pt>
                <c:pt idx="51">
                  <c:v>49.3</c:v>
                </c:pt>
                <c:pt idx="52">
                  <c:v>49.8</c:v>
                </c:pt>
                <c:pt idx="53">
                  <c:v>50.2</c:v>
                </c:pt>
                <c:pt idx="54">
                  <c:v>50.7</c:v>
                </c:pt>
                <c:pt idx="55">
                  <c:v>51.1</c:v>
                </c:pt>
                <c:pt idx="56">
                  <c:v>51.6</c:v>
                </c:pt>
                <c:pt idx="57">
                  <c:v>52.1</c:v>
                </c:pt>
                <c:pt idx="58">
                  <c:v>52.5</c:v>
                </c:pt>
                <c:pt idx="59">
                  <c:v>52.9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kütle (kg)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 (m/s)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Kütle sabit: alan arttıkça limit hız azalır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v(limit)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Sheet1!$A$2:$A$61</c:f>
              <c:numCache>
                <c:formatCode>General</c:formatCode>
                <c:ptCount val="60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  <c:pt idx="9">
                  <c:v>1</c:v>
                </c:pt>
                <c:pt idx="10">
                  <c:v>1.1</c:v>
                </c:pt>
                <c:pt idx="11">
                  <c:v>1.2</c:v>
                </c:pt>
                <c:pt idx="12">
                  <c:v>1.3</c:v>
                </c:pt>
                <c:pt idx="13">
                  <c:v>1.4</c:v>
                </c:pt>
                <c:pt idx="14">
                  <c:v>1.5</c:v>
                </c:pt>
                <c:pt idx="15">
                  <c:v>1.6</c:v>
                </c:pt>
                <c:pt idx="16">
                  <c:v>1.7</c:v>
                </c:pt>
                <c:pt idx="17">
                  <c:v>1.8</c:v>
                </c:pt>
                <c:pt idx="18">
                  <c:v>1.9</c:v>
                </c:pt>
                <c:pt idx="19">
                  <c:v>2</c:v>
                </c:pt>
                <c:pt idx="20">
                  <c:v>2.1</c:v>
                </c:pt>
                <c:pt idx="21">
                  <c:v>2.2</c:v>
                </c:pt>
                <c:pt idx="22">
                  <c:v>2.3</c:v>
                </c:pt>
                <c:pt idx="23">
                  <c:v>2.4</c:v>
                </c:pt>
                <c:pt idx="24">
                  <c:v>2.5</c:v>
                </c:pt>
                <c:pt idx="25">
                  <c:v>2.6</c:v>
                </c:pt>
                <c:pt idx="26">
                  <c:v>2.7</c:v>
                </c:pt>
                <c:pt idx="27">
                  <c:v>2.8</c:v>
                </c:pt>
                <c:pt idx="28">
                  <c:v>2.9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3.3</c:v>
                </c:pt>
                <c:pt idx="33">
                  <c:v>3.4</c:v>
                </c:pt>
                <c:pt idx="34">
                  <c:v>3.5</c:v>
                </c:pt>
                <c:pt idx="35">
                  <c:v>3.6</c:v>
                </c:pt>
                <c:pt idx="36">
                  <c:v>3.7</c:v>
                </c:pt>
                <c:pt idx="37">
                  <c:v>3.8</c:v>
                </c:pt>
                <c:pt idx="38">
                  <c:v>3.9</c:v>
                </c:pt>
                <c:pt idx="39">
                  <c:v>4</c:v>
                </c:pt>
                <c:pt idx="40">
                  <c:v>4.1</c:v>
                </c:pt>
                <c:pt idx="41">
                  <c:v>4.2</c:v>
                </c:pt>
                <c:pt idx="42">
                  <c:v>4.3</c:v>
                </c:pt>
                <c:pt idx="43">
                  <c:v>4.4</c:v>
                </c:pt>
                <c:pt idx="44">
                  <c:v>4.5</c:v>
                </c:pt>
                <c:pt idx="45">
                  <c:v>4.6</c:v>
                </c:pt>
                <c:pt idx="46">
                  <c:v>4.7</c:v>
                </c:pt>
                <c:pt idx="47">
                  <c:v>4.8</c:v>
                </c:pt>
                <c:pt idx="48">
                  <c:v>4.9</c:v>
                </c:pt>
                <c:pt idx="49">
                  <c:v>5</c:v>
                </c:pt>
                <c:pt idx="50">
                  <c:v>5.1</c:v>
                </c:pt>
                <c:pt idx="51">
                  <c:v>5.2</c:v>
                </c:pt>
                <c:pt idx="52">
                  <c:v>5.3</c:v>
                </c:pt>
                <c:pt idx="53">
                  <c:v>5.4</c:v>
                </c:pt>
                <c:pt idx="54">
                  <c:v>5.5</c:v>
                </c:pt>
                <c:pt idx="55">
                  <c:v>5.6</c:v>
                </c:pt>
                <c:pt idx="56">
                  <c:v>5.7</c:v>
                </c:pt>
                <c:pt idx="57">
                  <c:v>5.8</c:v>
                </c:pt>
                <c:pt idx="58">
                  <c:v>5.9</c:v>
                </c:pt>
                <c:pt idx="59">
                  <c:v>6</c:v>
                </c:pt>
              </c:numCache>
            </c:numRef>
          </c:xVal>
          <c:yVal>
            <c:numRef>
              <c:f>Sheet1!$B$2:$B$61</c:f>
              <c:numCache>
                <c:formatCode>General</c:formatCode>
                <c:ptCount val="60"/>
                <c:pt idx="0">
                  <c:v>114.4</c:v>
                </c:pt>
                <c:pt idx="1">
                  <c:v>80.9</c:v>
                </c:pt>
                <c:pt idx="2">
                  <c:v>66</c:v>
                </c:pt>
                <c:pt idx="3">
                  <c:v>57.2</c:v>
                </c:pt>
                <c:pt idx="4">
                  <c:v>51.1</c:v>
                </c:pt>
                <c:pt idx="5">
                  <c:v>46.7</c:v>
                </c:pt>
                <c:pt idx="6">
                  <c:v>43.2</c:v>
                </c:pt>
                <c:pt idx="7">
                  <c:v>40.4</c:v>
                </c:pt>
                <c:pt idx="8">
                  <c:v>38.1</c:v>
                </c:pt>
                <c:pt idx="9">
                  <c:v>36.2</c:v>
                </c:pt>
                <c:pt idx="10">
                  <c:v>34.5</c:v>
                </c:pt>
                <c:pt idx="11">
                  <c:v>33</c:v>
                </c:pt>
                <c:pt idx="12">
                  <c:v>31.7</c:v>
                </c:pt>
                <c:pt idx="13">
                  <c:v>30.6</c:v>
                </c:pt>
                <c:pt idx="14">
                  <c:v>29.5</c:v>
                </c:pt>
                <c:pt idx="15">
                  <c:v>28.6</c:v>
                </c:pt>
                <c:pt idx="16">
                  <c:v>27.7</c:v>
                </c:pt>
                <c:pt idx="17">
                  <c:v>27</c:v>
                </c:pt>
                <c:pt idx="18">
                  <c:v>26.2</c:v>
                </c:pt>
                <c:pt idx="19">
                  <c:v>25.6</c:v>
                </c:pt>
                <c:pt idx="20">
                  <c:v>25</c:v>
                </c:pt>
                <c:pt idx="21">
                  <c:v>24.4</c:v>
                </c:pt>
                <c:pt idx="22">
                  <c:v>23.8</c:v>
                </c:pt>
                <c:pt idx="23">
                  <c:v>23.3</c:v>
                </c:pt>
                <c:pt idx="24">
                  <c:v>22.9</c:v>
                </c:pt>
                <c:pt idx="25">
                  <c:v>22.4</c:v>
                </c:pt>
                <c:pt idx="26">
                  <c:v>22</c:v>
                </c:pt>
                <c:pt idx="27">
                  <c:v>21.6</c:v>
                </c:pt>
                <c:pt idx="28">
                  <c:v>21.2</c:v>
                </c:pt>
                <c:pt idx="29">
                  <c:v>20.9</c:v>
                </c:pt>
                <c:pt idx="30">
                  <c:v>20.5</c:v>
                </c:pt>
                <c:pt idx="31">
                  <c:v>20.2</c:v>
                </c:pt>
                <c:pt idx="32">
                  <c:v>19.9</c:v>
                </c:pt>
                <c:pt idx="33">
                  <c:v>19.6</c:v>
                </c:pt>
                <c:pt idx="34">
                  <c:v>19.3</c:v>
                </c:pt>
                <c:pt idx="35">
                  <c:v>19.1</c:v>
                </c:pt>
                <c:pt idx="36">
                  <c:v>18.8</c:v>
                </c:pt>
                <c:pt idx="37">
                  <c:v>18.6</c:v>
                </c:pt>
                <c:pt idx="38">
                  <c:v>18.3</c:v>
                </c:pt>
                <c:pt idx="39">
                  <c:v>18.1</c:v>
                </c:pt>
                <c:pt idx="40">
                  <c:v>17.9</c:v>
                </c:pt>
                <c:pt idx="41">
                  <c:v>17.6</c:v>
                </c:pt>
                <c:pt idx="42">
                  <c:v>17.4</c:v>
                </c:pt>
                <c:pt idx="43">
                  <c:v>17.2</c:v>
                </c:pt>
                <c:pt idx="44">
                  <c:v>17</c:v>
                </c:pt>
                <c:pt idx="45">
                  <c:v>16.9</c:v>
                </c:pt>
                <c:pt idx="46">
                  <c:v>16.7</c:v>
                </c:pt>
                <c:pt idx="47">
                  <c:v>16.5</c:v>
                </c:pt>
                <c:pt idx="48">
                  <c:v>16.3</c:v>
                </c:pt>
                <c:pt idx="49">
                  <c:v>16.2</c:v>
                </c:pt>
                <c:pt idx="50">
                  <c:v>16</c:v>
                </c:pt>
                <c:pt idx="51">
                  <c:v>15.9</c:v>
                </c:pt>
                <c:pt idx="52">
                  <c:v>15.7</c:v>
                </c:pt>
                <c:pt idx="53">
                  <c:v>15.6</c:v>
                </c:pt>
                <c:pt idx="54">
                  <c:v>15.4</c:v>
                </c:pt>
                <c:pt idx="55">
                  <c:v>15.3</c:v>
                </c:pt>
                <c:pt idx="56">
                  <c:v>15.1</c:v>
                </c:pt>
                <c:pt idx="57">
                  <c:v>15</c:v>
                </c:pt>
                <c:pt idx="58">
                  <c:v>14.9</c:v>
                </c:pt>
                <c:pt idx="59">
                  <c:v>14.8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kesit alanı (m²)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 (m/s)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Paraşütçünün hızı: iki plato, iki denge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hız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Sheet1!$A$2:$A$92</c:f>
              <c:numCache>
                <c:formatCode>General</c:formatCode>
                <c:ptCount val="9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</c:numCache>
            </c:numRef>
          </c:xVal>
          <c:yVal>
            <c:numRef>
              <c:f>Sheet1!$B$2:$B$92</c:f>
              <c:numCache>
                <c:formatCode>General</c:formatCode>
                <c:ptCount val="91"/>
                <c:pt idx="0">
                  <c:v>0</c:v>
                </c:pt>
                <c:pt idx="1">
                  <c:v>9.71</c:v>
                </c:pt>
                <c:pt idx="2">
                  <c:v>18.85</c:v>
                </c:pt>
                <c:pt idx="3">
                  <c:v>26.96</c:v>
                </c:pt>
                <c:pt idx="4">
                  <c:v>33.78</c:v>
                </c:pt>
                <c:pt idx="5">
                  <c:v>39.26</c:v>
                </c:pt>
                <c:pt idx="6">
                  <c:v>43.51</c:v>
                </c:pt>
                <c:pt idx="7">
                  <c:v>46.72</c:v>
                </c:pt>
                <c:pt idx="8">
                  <c:v>49.09</c:v>
                </c:pt>
                <c:pt idx="9">
                  <c:v>50.8</c:v>
                </c:pt>
                <c:pt idx="10">
                  <c:v>52.04</c:v>
                </c:pt>
                <c:pt idx="11">
                  <c:v>52.92</c:v>
                </c:pt>
                <c:pt idx="12">
                  <c:v>53.54</c:v>
                </c:pt>
                <c:pt idx="13">
                  <c:v>53.98</c:v>
                </c:pt>
                <c:pt idx="14">
                  <c:v>54.28</c:v>
                </c:pt>
                <c:pt idx="15">
                  <c:v>54.5</c:v>
                </c:pt>
                <c:pt idx="16">
                  <c:v>54.65</c:v>
                </c:pt>
                <c:pt idx="17">
                  <c:v>54.76</c:v>
                </c:pt>
                <c:pt idx="18">
                  <c:v>54.83</c:v>
                </c:pt>
                <c:pt idx="19">
                  <c:v>54.88</c:v>
                </c:pt>
                <c:pt idx="20">
                  <c:v>54.92</c:v>
                </c:pt>
                <c:pt idx="21">
                  <c:v>54.94</c:v>
                </c:pt>
                <c:pt idx="22">
                  <c:v>54.96</c:v>
                </c:pt>
                <c:pt idx="23">
                  <c:v>54.97</c:v>
                </c:pt>
                <c:pt idx="24">
                  <c:v>54.98</c:v>
                </c:pt>
                <c:pt idx="25">
                  <c:v>54.99</c:v>
                </c:pt>
                <c:pt idx="26">
                  <c:v>4.7</c:v>
                </c:pt>
                <c:pt idx="27">
                  <c:v>5.09</c:v>
                </c:pt>
                <c:pt idx="28">
                  <c:v>5.1</c:v>
                </c:pt>
                <c:pt idx="29">
                  <c:v>5.1</c:v>
                </c:pt>
                <c:pt idx="30">
                  <c:v>5.1</c:v>
                </c:pt>
                <c:pt idx="31">
                  <c:v>5.1</c:v>
                </c:pt>
                <c:pt idx="32">
                  <c:v>5.1</c:v>
                </c:pt>
                <c:pt idx="33">
                  <c:v>5.1</c:v>
                </c:pt>
                <c:pt idx="34">
                  <c:v>5.1</c:v>
                </c:pt>
                <c:pt idx="35">
                  <c:v>5.1</c:v>
                </c:pt>
                <c:pt idx="36">
                  <c:v>5.1</c:v>
                </c:pt>
                <c:pt idx="37">
                  <c:v>5.1</c:v>
                </c:pt>
                <c:pt idx="38">
                  <c:v>5.1</c:v>
                </c:pt>
                <c:pt idx="39">
                  <c:v>5.1</c:v>
                </c:pt>
                <c:pt idx="40">
                  <c:v>5.1</c:v>
                </c:pt>
                <c:pt idx="41">
                  <c:v>5.1</c:v>
                </c:pt>
                <c:pt idx="42">
                  <c:v>5.1</c:v>
                </c:pt>
                <c:pt idx="43">
                  <c:v>5.1</c:v>
                </c:pt>
                <c:pt idx="44">
                  <c:v>5.1</c:v>
                </c:pt>
                <c:pt idx="45">
                  <c:v>5.1</c:v>
                </c:pt>
                <c:pt idx="46">
                  <c:v>5.1</c:v>
                </c:pt>
                <c:pt idx="47">
                  <c:v>5.1</c:v>
                </c:pt>
                <c:pt idx="48">
                  <c:v>5.1</c:v>
                </c:pt>
                <c:pt idx="49">
                  <c:v>5.1</c:v>
                </c:pt>
                <c:pt idx="50">
                  <c:v>5.1</c:v>
                </c:pt>
                <c:pt idx="51">
                  <c:v>5.1</c:v>
                </c:pt>
                <c:pt idx="52">
                  <c:v>5.1</c:v>
                </c:pt>
                <c:pt idx="53">
                  <c:v>5.1</c:v>
                </c:pt>
                <c:pt idx="54">
                  <c:v>5.1</c:v>
                </c:pt>
                <c:pt idx="55">
                  <c:v>5.1</c:v>
                </c:pt>
                <c:pt idx="56">
                  <c:v>5.1</c:v>
                </c:pt>
                <c:pt idx="57">
                  <c:v>5.1</c:v>
                </c:pt>
                <c:pt idx="58">
                  <c:v>5.1</c:v>
                </c:pt>
                <c:pt idx="59">
                  <c:v>5.1</c:v>
                </c:pt>
                <c:pt idx="60">
                  <c:v>5.1</c:v>
                </c:pt>
                <c:pt idx="61">
                  <c:v>5.1</c:v>
                </c:pt>
                <c:pt idx="62">
                  <c:v>5.1</c:v>
                </c:pt>
                <c:pt idx="63">
                  <c:v>5.1</c:v>
                </c:pt>
                <c:pt idx="64">
                  <c:v>5.1</c:v>
                </c:pt>
                <c:pt idx="65">
                  <c:v>5.1</c:v>
                </c:pt>
                <c:pt idx="66">
                  <c:v>5.1</c:v>
                </c:pt>
                <c:pt idx="67">
                  <c:v>5.1</c:v>
                </c:pt>
                <c:pt idx="68">
                  <c:v>5.1</c:v>
                </c:pt>
                <c:pt idx="69">
                  <c:v>5.1</c:v>
                </c:pt>
                <c:pt idx="70">
                  <c:v>5.1</c:v>
                </c:pt>
                <c:pt idx="71">
                  <c:v>5.1</c:v>
                </c:pt>
                <c:pt idx="72">
                  <c:v>5.1</c:v>
                </c:pt>
                <c:pt idx="73">
                  <c:v>5.1</c:v>
                </c:pt>
                <c:pt idx="74">
                  <c:v>5.1</c:v>
                </c:pt>
                <c:pt idx="75">
                  <c:v>5.1</c:v>
                </c:pt>
                <c:pt idx="76">
                  <c:v>5.1</c:v>
                </c:pt>
                <c:pt idx="77">
                  <c:v>5.1</c:v>
                </c:pt>
                <c:pt idx="78">
                  <c:v>5.1</c:v>
                </c:pt>
                <c:pt idx="79">
                  <c:v>5.1</c:v>
                </c:pt>
                <c:pt idx="80">
                  <c:v>5.1</c:v>
                </c:pt>
                <c:pt idx="81">
                  <c:v>5.1</c:v>
                </c:pt>
                <c:pt idx="82">
                  <c:v>5.1</c:v>
                </c:pt>
                <c:pt idx="83">
                  <c:v>5.1</c:v>
                </c:pt>
                <c:pt idx="84">
                  <c:v>5.1</c:v>
                </c:pt>
                <c:pt idx="85">
                  <c:v>5.1</c:v>
                </c:pt>
                <c:pt idx="86">
                  <c:v>5.1</c:v>
                </c:pt>
                <c:pt idx="87">
                  <c:v>5.1</c:v>
                </c:pt>
                <c:pt idx="88">
                  <c:v>5.1</c:v>
                </c:pt>
                <c:pt idx="89">
                  <c:v>5.1</c:v>
                </c:pt>
                <c:pt idx="90">
                  <c:v>5.1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 (m/s)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sorusu: 'Paraşütçü neden sürekli hızlanmaz?' Cevap bu iki okun eşitlenmesinde.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konu, serbest düşme modelinin sınırlarını gösterir: ideal model ne zaman bırakılır?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v² bağımlılığı bu konunun anahtarı: bu yüzden denge hızlı kurulur ve limit hız keskin bir değerdir.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Tablodaki son satır en çok karıştırılan yer: 'hız sabit' ile 'hız sıfır' farkını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eğrinin başlangıçta çakışması önemli: kısa düşüşlerde serbest düşme modeli hâlâ iyi çalışır.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Sağdaki eğri 1/√A: paraşütün neden bu kadar etkili olduğunu tek bakışta anlatır.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Fizikte model kurma fikrini anlatmak için iyi bir yer: hangi kuvveti ne zaman ihmal ederiz?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iki plato: ikisi de denge. Öğrenciye 'hangi anda ivme en büyük?' diye sor — açılma anı.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Yağmur damlası satırı önemli: 2 km'den düşen damla neden öldürmüyor? Çünkü 9 m/s'de sabitleniyor.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soru en sık yapılan hatayı hedefler: 'ivme sıfır' ile 'hız sıfır' karışıklığı.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satır v² bağımlılığının sezgisel sonucudur; öğrenciler 'yarı hızda yarı ivme' bekler.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Sayı büyük çıkıyor çünkü model ani açılma varsayıyor; gerçekte yavaşça açılır. Bunu belirtmek iyi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iki madde aynı kökten geliyor: 'net kuvvet sıfır' ile 'kuvvet yok' karışıklığı.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kâğıt deneyinde aynı kütleli iki kâğıdın farkını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hız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dünyada hiçbir cisim sonsuza kadar hızlanmaz. Hava direnci hızla büyür; ağırlığa eşitlendiği anda net kuvvet sıfırlanır ve hız sabitlenir.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F(direnç) = k·v²        m·g = k·v(limit)²        v = √(m·g / k)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966960" y="3246120"/>
            <a:ext cx="548640" cy="548640"/>
          </a:xfrm>
          <a:prstGeom prst="ellipse">
            <a:avLst/>
          </a:prstGeom>
          <a:solidFill>
            <a:srgbClr val="82AAFF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0" y="3794760"/>
            <a:ext cx="0" cy="914400"/>
          </a:xfrm>
          <a:prstGeom prst="line">
            <a:avLst/>
          </a:prstGeom>
          <a:noFill/>
          <a:ln w="3810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10241280" y="2331720"/>
            <a:ext cx="0" cy="914400"/>
          </a:xfrm>
          <a:prstGeom prst="line">
            <a:avLst/>
          </a:prstGeom>
          <a:noFill/>
          <a:ln w="3810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418320" y="1993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F(direnç)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dengede: a = 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dersler.perinet.org/limit-hiz.html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hava direncinden paraşüte.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 direnci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Hıza bağlı, harekete zıt kuvvet: F = k·v².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dengesi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Direnç ağırlığa eşitlenince ivme biter.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 bağıntısı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√(mg/k); belirleyici olan m/A oranı.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v–t doyma eğrisi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 g'den başlar, sıfıra iner.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Paraşüt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büyür, limit hız küçülür.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 etkisi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canlılar neden düşmekten incinmez?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Hava direnci: hıza bağlı bir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Sürtünmeden farkı: hız büyüdükçe hızla büyür.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F(direnç) = k · v²        k = ½ · ρ · C · 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6675120" cy="822960"/>
          </a:xfrm>
          <a:prstGeom prst="roundRect">
            <a:avLst>
              <a:gd name="adj" fmla="val 1555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27889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ρ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88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havanın yoğunluğu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788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deniz seviyesinde ≈ 1,2 kg/m³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6675120" cy="822960"/>
          </a:xfrm>
          <a:prstGeom prst="roundRect">
            <a:avLst>
              <a:gd name="adj" fmla="val 1555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749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sürükleme katsayısı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şekle bağlı: küre ≈ 0,5 · düz levha ≈ 1,2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6675120" cy="822960"/>
          </a:xfrm>
          <a:prstGeom prst="roundRect">
            <a:avLst>
              <a:gd name="adj" fmla="val 1555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47091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709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kesit alanı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7091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harekete dik yüzeyin alanı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80960" y="2788920"/>
            <a:ext cx="3870655" cy="2697480"/>
          </a:xfrm>
          <a:prstGeom prst="roundRect">
            <a:avLst>
              <a:gd name="adj" fmla="val 4746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010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burada yok!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47472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Direnç kuvveti cismin kütlesine değil; şekline, alanına ve hızına bağlıdır. Kütlenin rolü, bu direncin hangi hızda ağırlığı dengeleyeceğini belirlemektir.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iki katına çıkarsa direnç dört katına çıkar.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bir hız sınırı var?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büyüdükçe direnç büyür, net kuvvet küçülür, ivme sıfıra iner.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288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Direnç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82880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82880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601200" y="182880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42032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54203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Bırakma anı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5420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54203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m·g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542032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0" y="254203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25526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evre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25526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 F &lt; m·g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2552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azalıyor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2552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azalıyor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0" y="325526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artıyor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968496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396849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m·g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96849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3968496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9684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sabit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61772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61772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m·g = k · v(limit)²   →   v(limit) = √(m·g / k)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cisim durmaz; sabit hızla düşmeye devam eder ve yere o hızla çarpar. Sıfır olan ivmedir, hız değil.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 – t: doyan eğri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 direnci yokken doğru; varken limit hıza yaklaşan bir eğri.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5836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07815" cy="68580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783080"/>
            <a:ext cx="4007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v(t) = v(limit)·tanh(g·t / v(limit))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69748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Başlangıçta eğim g'dir: ideal doğruya teğettir.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büyüdükçe eğim azalır.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hıza asimptotik yaklaşır.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Pratikte birkaç saniyede %95'ine oturur.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43800" y="4892040"/>
            <a:ext cx="4007815" cy="960120"/>
          </a:xfrm>
          <a:prstGeom prst="roundRect">
            <a:avLst>
              <a:gd name="adj" fmla="val 1333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63840" y="48920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t grafiği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g'den başlar ve sıfıra iner. İvmenin sıfırlanması, hızın sabitlenmesi demektir.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hız neye bağlı?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Kütlenin karekökü ile artar, alanın kareköküyle azalır.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126480" y="1783080"/>
          <a:ext cx="5425135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40080" y="5029200"/>
            <a:ext cx="3392424" cy="822960"/>
          </a:xfrm>
          <a:prstGeom prst="roundRect">
            <a:avLst>
              <a:gd name="adj" fmla="val 1555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14400" y="5029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4 katı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468880" y="5029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 2 katı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98264" y="5029200"/>
            <a:ext cx="3392424" cy="822960"/>
          </a:xfrm>
          <a:prstGeom prst="roundRect">
            <a:avLst>
              <a:gd name="adj" fmla="val 1555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672584" y="5029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4 katı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227064" y="5029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 yarısı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6448" y="5029200"/>
            <a:ext cx="3392424" cy="822960"/>
          </a:xfrm>
          <a:prstGeom prst="roundRect">
            <a:avLst>
              <a:gd name="adj" fmla="val 1555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430768" y="5029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985248" y="5029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/ A oranı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Serbest düşmeden farkı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düşme, direncin ihmal edilebildiği durumların modelidir.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 (ideal)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828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düşüş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0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Etkiyen kuvvet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5603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ağırlık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560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 + hava direnci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291840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sabit, 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g'den başlar, sıfıra iner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023360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023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4023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sınırsız artar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sabitlenir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754880"/>
            <a:ext cx="8595360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754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Kütlenin rolü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47548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7548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(m/A oranı)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601200" y="1828800"/>
            <a:ext cx="1950415" cy="3200400"/>
          </a:xfrm>
          <a:prstGeom prst="roundRect">
            <a:avLst>
              <a:gd name="adj" fmla="val 6564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829800" y="20574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ne zaman geçerli?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269748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mesafe, yoğun ve küçük cisim, düşük hız → serbest düşme iyi çalışır.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düşüş, hafif ve geniş cisim → direnç ihmal edilemez.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2120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Galileo'nun kulesi ile paraşütçünün atlayışı aynı fizikle anlatılır; fark, direncin ihmal edilip edilemeyeceğidir.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Paraşüt: alanı büyüt, hızı düşür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değişmez; değişen tek şey k, yani şekil ve alan.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5836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783080"/>
            <a:ext cx="4007815" cy="685800"/>
          </a:xfrm>
          <a:prstGeom prst="roundRect">
            <a:avLst>
              <a:gd name="adj" fmla="val 13333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783080"/>
            <a:ext cx="40078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25A  ⇒  v → v / 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69748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Açılma anında hız hâlâ eski limit hızdadır; direnç birden ağırlığın çok üstüne çıkar ve yukarı yönlü büyük bir net kuvvet doğar. Paraşütçünün hissettiği sarsıntı budur.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43800" y="4251960"/>
            <a:ext cx="4007815" cy="1600200"/>
          </a:xfrm>
          <a:prstGeom prst="roundRect">
            <a:avLst>
              <a:gd name="adj" fmla="val 8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86384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 etkisi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4846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uzunluğun küpüyle, alan karesiyle küçülür. Küçük bir böceğin m/A oranı çok düşüktür; limit hızı o kadar küçüktür ki yüksekten düşmesi onu incitmez.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Tipik limit hızlar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 aynı bağıntının sonucudur; değişen tek şey m/A oranı.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damlacığı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0,01 m/s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783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küçük m/A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78024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2478024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Yağmur damlası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47802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9 m/s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47802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kütle, küresel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172968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17296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Tenis topu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17296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25 m/s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31729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m/A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3867912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Paraşütçü (kol-bacak açık)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86791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55 m/s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86791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kütle, orta alan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562856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60120" y="4562856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Paraşütçü (dalış)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56285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90 m/s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56285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iyice küçülür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11535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60120" y="525780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paraşüt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2578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5 m/s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52578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onlarca kat büyür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limit hızda kuvvetler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kg kütleli bir paraşütçü, paraşütü kapalıyken 50 m/s'lik limit hızıyla düşmektedir.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Hava direnci kaç N'dur?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İvmesi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800 N · (b) 0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net kuvvet sıfırdır → F(direnç) = m·g = 80 · 10 = 800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0 olduğu için a = 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sıfır değil: cisim 50 m/s ile düşmeye devam eder. Sabit olan hız, sıfır olan ivmedir.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direnç katsayısı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Kütlesi 2 kg olan bir cismin limit hızı 20 m/s ölçülüyor. Direnç F = k·v² modeliyle veriliyor.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k kaçtır?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Hız 10 m/s iken ivme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0,05 kg/m · (b) 7,5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m·g = k·v² → 20 = k · 400 → k = 0,05 kg/m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10 m/s → F(direnç) = 0,05 · 100 = 5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kuvvet: 20 − 5 = 15 N → a = 15 / 2 = 7,5 m/s²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limitin yarısındayken ivme hâlâ g'nin dörtte üçü: direnç v² ile büyür.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paraşüt açılınca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hızı 50 m/s olan paraşütçünün yüzey alanı, paraşüt açılınca 25 katına çıkıyor.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Yeni limit hız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Açılma anındaki ivmesi ne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10 m/s · (b) ≈ 24g yukarı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∝ 1/√A → 50 / √25 = 10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Açılma anında hız hâlâ 50 m/s; yeni k ile direnç 25·m·g olur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= 25mg − mg = 24mg (yukarı) → a = 24g ≈ 240 m/s²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paraşütler açılmayı birkaç saniyeye yayarak bu ivmeyi düşürür.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hız sıfırdır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 olan ivmedir; hız sabit ve büyüktür.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kuvvet etki etmez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büyük kuvvet vardır; net kuvvet sıfırdır.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 cisim her zaman hızlı düşer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 olan m/A oranıdır.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Direnç hızla doğru orantılıdır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hızlarda v² ile artar.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Paraşüt kütleyi azaltır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alanı büyütür; kütle aynıdır.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hıza ulaşınca cisim durur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Durmaz; sabit hızla düşmeye devam eder.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05 · Limit hız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Direnç hıza bağlıdır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257800" y="2066544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k·v²: hız iki katına çıkarsa direnç dört katına.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 bir sınır doğurur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2999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m·g = k·v² olduğunda ivme sıfırlanır, hız sabitlenir.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Belirleyici olan m/A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931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Kütlenin kareköküyle artar, alanın kareköküyle azalır.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sıfır, hız değil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486460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hızda cisim hâlâ (hem de hızla) düşmektedir.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 direnci laboratuvarı, paraşüt ve kâğıt deneyi: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dersler.perinet.org/limit-hiz.html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 hız</dc:title>
  <dc:subject>Fizik · Kuvvet ve Hareket</dc:subject>
  <dc:creator>Dersler</dc:creator>
  <cp:lastModifiedBy>Dersler</cp:lastModifiedBy>
  <cp:revision>1</cp:revision>
  <dcterms:created xsi:type="dcterms:W3CDTF">2026-09-18T17:19:33Z</dcterms:created>
  <dcterms:modified xsi:type="dcterms:W3CDTF">2026-09-18T17:19:33Z</dcterms:modified>
</cp:coreProperties>
</file>