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Yansıyan ışının dönmesi = 2 × aynanın dönmesi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dönme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  <c:pt idx="7">
                  <c:v>14</c:v>
                </c:pt>
                <c:pt idx="8">
                  <c:v>16</c:v>
                </c:pt>
                <c:pt idx="9">
                  <c:v>18</c:v>
                </c:pt>
                <c:pt idx="10">
                  <c:v>20</c:v>
                </c:pt>
                <c:pt idx="11">
                  <c:v>22</c:v>
                </c:pt>
                <c:pt idx="12">
                  <c:v>24</c:v>
                </c:pt>
                <c:pt idx="13">
                  <c:v>26</c:v>
                </c:pt>
                <c:pt idx="14">
                  <c:v>28</c:v>
                </c:pt>
                <c:pt idx="15">
                  <c:v>30</c:v>
                </c:pt>
                <c:pt idx="16">
                  <c:v>32</c:v>
                </c:pt>
                <c:pt idx="17">
                  <c:v>34</c:v>
                </c:pt>
                <c:pt idx="18">
                  <c:v>36</c:v>
                </c:pt>
                <c:pt idx="19">
                  <c:v>38</c:v>
                </c:pt>
                <c:pt idx="20">
                  <c:v>40</c:v>
                </c:pt>
                <c:pt idx="21">
                  <c:v>42</c:v>
                </c:pt>
                <c:pt idx="22">
                  <c:v>44</c:v>
                </c:pt>
                <c:pt idx="23">
                  <c:v>46</c:v>
                </c:pt>
                <c:pt idx="24">
                  <c:v>48</c:v>
                </c:pt>
                <c:pt idx="25">
                  <c:v>50</c:v>
                </c:pt>
                <c:pt idx="26">
                  <c:v>52</c:v>
                </c:pt>
                <c:pt idx="27">
                  <c:v>54</c:v>
                </c:pt>
                <c:pt idx="28">
                  <c:v>56</c:v>
                </c:pt>
                <c:pt idx="29">
                  <c:v>58</c:v>
                </c:pt>
                <c:pt idx="30">
                  <c:v>60</c:v>
                </c:pt>
                <c:pt idx="31">
                  <c:v>62</c:v>
                </c:pt>
                <c:pt idx="32">
                  <c:v>64</c:v>
                </c:pt>
                <c:pt idx="33">
                  <c:v>66</c:v>
                </c:pt>
                <c:pt idx="34">
                  <c:v>68</c:v>
                </c:pt>
                <c:pt idx="35">
                  <c:v>70</c:v>
                </c:pt>
                <c:pt idx="36">
                  <c:v>72</c:v>
                </c:pt>
                <c:pt idx="37">
                  <c:v>74</c:v>
                </c:pt>
                <c:pt idx="38">
                  <c:v>76</c:v>
                </c:pt>
                <c:pt idx="39">
                  <c:v>78</c:v>
                </c:pt>
                <c:pt idx="40">
                  <c:v>80</c:v>
                </c:pt>
                <c:pt idx="41">
                  <c:v>82</c:v>
                </c:pt>
                <c:pt idx="42">
                  <c:v>84</c:v>
                </c:pt>
                <c:pt idx="43">
                  <c:v>86</c:v>
                </c:pt>
                <c:pt idx="44">
                  <c:v>88</c:v>
                </c:pt>
                <c:pt idx="45">
                  <c:v>90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aynanın dönme açısı α (°)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ışının dönmesi (°)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sor: 'Aynada kendinizi görmek için aynanın boyunuz kadar olması gerekir mi?'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Konunun tamamı tek bir yasadan türüyor; her başlıkta i = r'ye geri dön.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Dağınık yansımada da i = r geçerlidir; fark yüzeyin normallerinin farklı yönlere bakmasıdır.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Simetri kısayolu hızlıdır ama önce ışın çizimini yaptır; yoksa 'neden' sorusu havada kalır.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2α sonucu şaşırtıcı gelir; tahtada normalin de α döndüğünü çizerek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Berber aynası örneği sınıfta hemen karşılık buluyor: iki paralel ayna arası sonsuz görüntü.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Sınıfta deneyin: bir öğrenciyi aynaya yaklaştırıp uzaklaştırın, gördüğü alan değişmiyor.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Yüzey–normal karışıklığı bu konuda en çok puan kaybettiren ayrıntı.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Ölçüm aleti bağlantısı (galvanometre aynası) konuyu gerçek dünyaya bağlıyor.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klasik soru tipini bir slaytta toplamak tekrar için elverişli.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madde tartışma açar; birkaç dakika ayırmaya değer.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iki ayna bölümünü aç; açıyı değiştirip görüntü sayısını sınıfa saydır.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Düzlem aynalar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Aynadaki görüntünüz orada değildir: ışınların uzantılarının kesiştiği yerdedir. Tek bir kural — gelme açısı = yansıma açısı — hepsini açıklar.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r          d(cisim) = d(görüntü)          n = 360/α − 1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dersler.perinet.org/duzlem-aynalar.html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515600" y="2194560"/>
            <a:ext cx="146304" cy="2377440"/>
          </a:xfrm>
          <a:prstGeom prst="rect">
            <a:avLst/>
          </a:prstGeom>
          <a:solidFill>
            <a:srgbClr val="82AAFF"/>
          </a:solidFill>
          <a:ln/>
        </p:spPr>
      </p:sp>
      <p:sp>
        <p:nvSpPr>
          <p:cNvPr id="9" name="Shape 6"/>
          <p:cNvSpPr/>
          <p:nvPr/>
        </p:nvSpPr>
        <p:spPr>
          <a:xfrm>
            <a:off x="8778240" y="2651760"/>
            <a:ext cx="1737360" cy="731520"/>
          </a:xfrm>
          <a:prstGeom prst="line">
            <a:avLst/>
          </a:prstGeom>
          <a:noFill/>
          <a:ln w="38100">
            <a:solidFill>
              <a:srgbClr val="FFE08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 flipV="1">
            <a:off x="8778240" y="3383280"/>
            <a:ext cx="1737360" cy="731520"/>
          </a:xfrm>
          <a:prstGeom prst="line">
            <a:avLst/>
          </a:prstGeom>
          <a:noFill/>
          <a:ln w="38100">
            <a:solidFill>
              <a:srgbClr val="B9EE63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10515600" y="2377440"/>
            <a:ext cx="0" cy="2011680"/>
          </a:xfrm>
          <a:prstGeom prst="line">
            <a:avLst/>
          </a:prstGeom>
          <a:noFill/>
          <a:ln w="12700">
            <a:solidFill>
              <a:srgbClr val="6A779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932688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yansıma yasasından boy aynasına.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Yansıma yasası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Gelme açısı = yansıma açısı; açılar normalle ölçülür.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ve dağınık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Pürüzsüz yüzey görüntü verir, pürüzlü vermez.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Görüntünün özellikleri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Sanal, düz, eşit boyda, eşit uzaklıkta.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ve hız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v ile yaklaşırsa aralarındaki hız 2v.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dönmesi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α dönerse yansıyan ışın 2α döner.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ayna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360/α − 1 görüntü oluşur.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Yansıma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kural, bütün konuyu taşır.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r        gelen ışın, yansıyan ışın ve normal aynı düzlemdedir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349240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(aynasal) yansıma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40156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Pürüzsüz yüzeyde paralel ışınlar paralel yansır; görüntü oluşur.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224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ayna, durgun su, cilalı metal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9632" y="2743200"/>
            <a:ext cx="5349240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Dağınık yansıma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40156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Pürüzlü yüzeyde her ışın farklı yöne gider; görüntü oluşmaz ama cisim her yönden görünür.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4224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kâğıt, duvar, kumaş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71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Açılar normalle ölçülür. </a:t>
            </a:r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“Işın yüzeyle 30° açı yapıyor” denirse gelme açısı 30° değil, 60°'dir. Her iki yansıma türünde de yasa her ışın için ayrı ayrı geçerlidir.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Düzlem aynada görüntü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özellik ve dört adımlık çizim.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78308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Düzlem aynada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44144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Türü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44144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 (perdeye düşmez)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099816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09981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Yönü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099816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 (ters değil)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58184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75818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3758184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 eşit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16552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41655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Yeri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4416552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arkasında, eşit uzaklıkta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07492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Simetri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507492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sağ–sol yer değiştirmiş görünür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0" y="1783080"/>
            <a:ext cx="4693615" cy="3977640"/>
          </a:xfrm>
          <a:prstGeom prst="roundRect">
            <a:avLst>
              <a:gd name="adj" fmla="val 321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780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nasıl çizilir?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51460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Cisimden aynaya iki ışın gönder.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birini i = r ile yansıt.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Yansıyan ışınları geriye, kesikli uzat.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Uzantıların kesiştiği nokta görüntüdür.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Kısayol: cismin ayna düzlemine göre simetriğini al.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Hareket ve aynanın dönmesi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hareket ederse görüntü, ayna dönerse ışın ne yapar?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58521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12280" y="1783080"/>
            <a:ext cx="4739335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086600" y="18562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aynaya v ile yaklaşır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18541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de v ile yaklaşır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24414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aralarındaki hız 2v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12280" y="2825496"/>
            <a:ext cx="4739335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086600" y="28986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aynaya paralel gider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2278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aynı yönde, aynı hızla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34838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bağıl hız 0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12280" y="3867912"/>
            <a:ext cx="4739335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086600" y="39410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cisme v ile yaklaşır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2702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2v ile yaklaşır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45262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ayna hareketi iki katı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12280" y="4910328"/>
            <a:ext cx="4739335" cy="914400"/>
          </a:xfrm>
          <a:prstGeom prst="roundRect">
            <a:avLst>
              <a:gd name="adj" fmla="val 14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086600" y="49834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α kadar döner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312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yansıyan ışın 2α döner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55686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hassas ölçümde kullanılır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ayna arasındaki görüntüler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Görüntüler bir çember üzerinde eşit aralıklarla dizilir.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360 / α − 1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51760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Aynalar arası açı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51760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/ α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651760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sayısı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150108"/>
            <a:ext cx="5852160" cy="425196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150108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150108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150108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48456"/>
            <a:ext cx="5852160" cy="425196"/>
          </a:xfrm>
          <a:prstGeom prst="roundRect">
            <a:avLst>
              <a:gd name="adj" fmla="val 1720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648456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648456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648456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146804"/>
            <a:ext cx="5852160" cy="425196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146804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146804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146804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645152"/>
            <a:ext cx="5852160" cy="425196"/>
          </a:xfrm>
          <a:prstGeom prst="roundRect">
            <a:avLst>
              <a:gd name="adj" fmla="val 1720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645152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60°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645152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45152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143500"/>
            <a:ext cx="5852160" cy="425196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143500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383280" y="5143500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937760" y="5143500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641848"/>
            <a:ext cx="5852160" cy="425196"/>
          </a:xfrm>
          <a:prstGeom prst="roundRect">
            <a:avLst>
              <a:gd name="adj" fmla="val 1720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641848"/>
            <a:ext cx="2377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30°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383280" y="5641848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5641848"/>
            <a:ext cx="14630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858000" y="1783080"/>
            <a:ext cx="4693615" cy="2011680"/>
          </a:xfrm>
          <a:prstGeom prst="roundRect">
            <a:avLst>
              <a:gd name="adj" fmla="val 636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717804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bir eksik?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2377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ve görüntüleri toplam 360/α noktadır. Bunlardan biri cismin kendisi olduğu için görüntü sayısı bir eksiktir.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858000" y="3977640"/>
            <a:ext cx="4693615" cy="1828800"/>
          </a:xfrm>
          <a:prstGeom prst="roundRect">
            <a:avLst>
              <a:gd name="adj" fmla="val 7000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7178040" y="4160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 durumlar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45720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0° (paralel aynalar): sonsuz görüntü — berber aynası.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360/α tam bölünmezse görüntü sayısı bölümün tam kısmıdır; 360/α tek sayı çıkarsa cismin açıortay üzerinde olup olmaması sonucu değiştirir.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Boy aynası: yarısı yeter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Kendini tepeden tırnağa görmek için gereken en küçük ayna.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h / 2        alt kenar = göz yüksekliği / 2        uzaklıktan bağımsız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7432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yarısı?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889504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Başın tepesinden gelen ışın, göz ile tepe arasının ortasından yansır; ayaktan gelen ışın da göz ile ayak arasının ortasından. Aradaki mesafe boyun yarısıdır.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822192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82219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uzaklık etkilemez?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968496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Uzaklaştıkça ışınların aynaya çarptığı noktalar da aynı oranda yakınlaşır; iki etki birbirini götürür.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901184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49011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Nereye asılmalı?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47488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alt kenarı, göz yüksekliğinin yarısında olmalıdır. 170 cm boy ve 160 cm göz yüksekliği için: 85 cm'lik ayna, alt kenarı 80 cm'de.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yüzeyle yapılan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Açılar normalle ölçülür.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ışın düzlem aynanın yüzeyiyle 25° açı yapacak şekilde geliyor.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Gelme açısı, yansıma açısı ve iki ışın arasındaki açı kaç derecedir?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65° · 65° · 130°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Gelme açısı normalle ölçülür: i = 90° − 25° = 65°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Yansıma açısı: r = i = 65°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 ve yansıyan ışın arasındaki açı: i + r = 130°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 yüzeye dik gelseydi (i = 0) geldiği yoldan geri dönerdi.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aynanın dönmesi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 ışın sabittir.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bir ışın demeti düzlem aynaya düşerken ayna 12° döndürülüyor.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Yansıyan ışın kaç derece döner?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α = 12° dönerse normal de 12° döner.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Gelme açısı 12° değişir; yansıma açısı da 12° değişir.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Yansıyan ışının dönmesi: 2α = 24°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özellik, küçük dönmeleri iki katına büyüterek ölçen aletlerde kullanılır.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boy aynası ve iki ayna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klasik hesap bir arada.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Boyu 180 cm, göz yüksekliği 170 cm olan kişi için gereken ayna boyu ve alt kenarın yerden yüksekliği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Aralarında 40° açı bulunan iki ayna arasındaki cismin kaç görüntüsü oluşur?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90 cm · 85 cm — (b) 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boyu = h/2 = 180/2 = 90 cm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 kenar = göz yüksekliği / 2 = 170/2 = 85 cm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360/40 = 9 → n = 9 − 1 = 8 görüntü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Kişinin aynaya uzaklığı (a) şıkkındaki sonuçları değiştirmez.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Açıyı yüzeyle ölçmek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Gelme ve yansıma açıları normalle ölçülür.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Görüntüyü gerçek sanmak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Düzlem aynada görüntü sanaldır; perdeye düşmez.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α dönünce ışın α döner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Yansıyan ışın 2α döner.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 aynasında uzaklığın etkisi var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Gereken boy h/2'dir; uzaklıktan bağımsızdır.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360/α'yı görüntü sayısı sanmak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sayı cismi de içerir; görüntü bir eksiktir.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altı üstü ters çevirir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önü arkayı ters çevirir; sağ–sol izlenimi bunun sonucudur.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02 · Düzlem aynalar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yasa: i = 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Açılar normalle ölçülür; gelen, yansıyan ve normal aynı düzlemdedir.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sanal ve simetriktir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arkasında, eşit uzaklıkta, eşit boyda ve düz.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Dönmede iki kat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α dönerse yansıyan ışın 2α döner.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Sayılar bağıntıyla gelir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boyu h/2; iki aynada n = 360/α − 1.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Yansıma laboratuvarı, iki ayna ve boy aynası: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dersler.perinet.org/duzlem-aynalar.html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Düzlem aynalar</dc:title>
  <dc:subject>Fizik · Optik</dc:subject>
  <dc:creator>Dersler</dc:creator>
  <cp:lastModifiedBy>Dersler</cp:lastModifiedBy>
  <cp:revision>1</cp:revision>
  <dcterms:created xsi:type="dcterms:W3CDTF">2026-09-18T21:51:10Z</dcterms:created>
  <dcterms:modified xsi:type="dcterms:W3CDTF">2026-09-18T21:51:10Z</dcterms:modified>
</cp:coreProperties>
</file>